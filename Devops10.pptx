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7" r:id="rId5"/>
    <p:sldId id="272" r:id="rId6"/>
    <p:sldId id="260" r:id="rId7"/>
    <p:sldId id="258" r:id="rId8"/>
    <p:sldId id="264" r:id="rId9"/>
    <p:sldId id="259" r:id="rId10"/>
    <p:sldId id="262" r:id="rId11"/>
    <p:sldId id="263" r:id="rId12"/>
    <p:sldId id="270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4DA41-6A26-44AF-92C8-5086E9139D3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9156B-4118-4763-8E98-A6942492D06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82" y="412317"/>
            <a:ext cx="5743254" cy="30623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DevOps </a:t>
            </a:r>
            <a:br>
              <a:rPr lang="en-IN" b="1" dirty="0"/>
            </a:br>
            <a:r>
              <a:rPr lang="en-IN" b="1" dirty="0"/>
              <a:t>Configuration </a:t>
            </a:r>
            <a:br>
              <a:rPr lang="en-IN" b="1" dirty="0"/>
            </a:br>
            <a:r>
              <a:rPr lang="en-IN" b="1" dirty="0"/>
              <a:t>Management  Tools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919" y="529811"/>
            <a:ext cx="5357796" cy="3251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652410" y="4190261"/>
            <a:ext cx="515762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</a:t>
            </a:r>
            <a:r>
              <a:rPr lang="en-IN" sz="2000" dirty="0"/>
              <a:t>:</a:t>
            </a:r>
            <a:endParaRPr lang="en-IN" sz="2000" dirty="0"/>
          </a:p>
          <a:p>
            <a:r>
              <a:rPr lang="en-IN" sz="2000" dirty="0"/>
              <a:t>2251187  Ankita Nath</a:t>
            </a:r>
            <a:endParaRPr lang="en-IN" sz="2000" dirty="0"/>
          </a:p>
          <a:p>
            <a:r>
              <a:rPr lang="en-IN" sz="2000" dirty="0"/>
              <a:t>2251188  Arpita Nath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/>
                </a:solidFill>
              </a:rPr>
              <a:t>Topics to BE COVERED HERE…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Introduction to DevOps</a:t>
            </a:r>
            <a:endParaRPr lang="en-IN" dirty="0"/>
          </a:p>
          <a:p>
            <a:r>
              <a:rPr lang="en-IN" dirty="0"/>
              <a:t>Infrastructure as Code Vs Configuration as Code</a:t>
            </a:r>
            <a:endParaRPr lang="en-IN" dirty="0"/>
          </a:p>
          <a:p>
            <a:r>
              <a:rPr lang="en-IN" dirty="0"/>
              <a:t>What is Configuration Management Tool</a:t>
            </a:r>
            <a:endParaRPr lang="en-IN" dirty="0"/>
          </a:p>
          <a:p>
            <a:r>
              <a:rPr lang="en-IN" dirty="0"/>
              <a:t>Importance of Configuration Management in </a:t>
            </a:r>
            <a:r>
              <a:rPr lang="en-IN" dirty="0" err="1"/>
              <a:t>Devops</a:t>
            </a:r>
            <a:endParaRPr lang="en-IN" dirty="0"/>
          </a:p>
          <a:p>
            <a:r>
              <a:rPr lang="en-IN" dirty="0"/>
              <a:t>Popular DevOps Configuration Management Tools</a:t>
            </a:r>
            <a:endParaRPr lang="en-IN" dirty="0"/>
          </a:p>
          <a:p>
            <a:r>
              <a:rPr lang="en-IN" dirty="0"/>
              <a:t>Configuration Management As Code</a:t>
            </a:r>
            <a:endParaRPr lang="en-IN" dirty="0"/>
          </a:p>
          <a:p>
            <a:r>
              <a:rPr lang="en-IN" dirty="0"/>
              <a:t>Chef-Architecture or Process</a:t>
            </a:r>
            <a:endParaRPr lang="en-IN" dirty="0"/>
          </a:p>
          <a:p>
            <a:r>
              <a:rPr lang="en-IN" dirty="0"/>
              <a:t>Ansible-Architecture or Process</a:t>
            </a:r>
            <a:endParaRPr lang="en-IN" dirty="0"/>
          </a:p>
          <a:p>
            <a:r>
              <a:rPr lang="en-IN" dirty="0"/>
              <a:t>Use Cases</a:t>
            </a:r>
            <a:endParaRPr lang="en-IN" dirty="0"/>
          </a:p>
          <a:p>
            <a:r>
              <a:rPr lang="en-IN" dirty="0"/>
              <a:t>Conclusion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1111"/>
            <a:ext cx="10515600" cy="1715784"/>
          </a:xfrm>
        </p:spPr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Introduction to DevOps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20601"/>
            <a:ext cx="6384532" cy="2250041"/>
          </a:xfrm>
        </p:spPr>
        <p:txBody>
          <a:bodyPr>
            <a:normAutofit/>
          </a:bodyPr>
          <a:lstStyle/>
          <a:p>
            <a:r>
              <a:rPr lang="en-US" dirty="0"/>
              <a:t>DevOps combines development and operations</a:t>
            </a:r>
            <a:endParaRPr lang="en-US" dirty="0"/>
          </a:p>
          <a:p>
            <a:r>
              <a:rPr lang="en-IN" dirty="0"/>
              <a:t>Focuses on automation, collaboration, and continuous integration/continuous deployment (CI/CD)</a:t>
            </a:r>
            <a:endParaRPr lang="en-IN" dirty="0"/>
          </a:p>
          <a:p>
            <a:r>
              <a:rPr lang="en-US" dirty="0"/>
              <a:t>Enhances software development lifecycle (SDLC)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072" y="2815120"/>
            <a:ext cx="4592548" cy="268155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Infrastructure as Code Vs Configuration as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568" y="2732925"/>
            <a:ext cx="3298609" cy="30308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Purpose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Scope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/>
              <a:t>Action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Tools</a:t>
            </a:r>
            <a:endParaRPr lang="en-IN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77" y="2267862"/>
            <a:ext cx="5480779" cy="3657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is Configuration Management?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637" y="2253591"/>
            <a:ext cx="445299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Configuration Management is a process that helps manage and track changes to software, hardware, and infrastructure.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82" y="2393880"/>
            <a:ext cx="5506357" cy="34954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Importance of Configuration Management in DevOps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83603"/>
            <a:ext cx="10515600" cy="3793359"/>
          </a:xfrm>
        </p:spPr>
        <p:txBody>
          <a:bodyPr/>
          <a:lstStyle/>
          <a:p>
            <a:r>
              <a:rPr lang="en-US" dirty="0"/>
              <a:t>Version Control</a:t>
            </a:r>
            <a:endParaRPr lang="en-US" dirty="0"/>
          </a:p>
          <a:p>
            <a:r>
              <a:rPr lang="en-IN" dirty="0"/>
              <a:t>Infrastructure as Code (</a:t>
            </a:r>
            <a:r>
              <a:rPr lang="en-IN" dirty="0" err="1"/>
              <a:t>IaC</a:t>
            </a:r>
            <a:r>
              <a:rPr lang="en-IN" dirty="0"/>
              <a:t>)</a:t>
            </a:r>
            <a:endParaRPr lang="en-US" dirty="0"/>
          </a:p>
          <a:p>
            <a:r>
              <a:rPr lang="en-IN" dirty="0"/>
              <a:t>Automated Provisioning</a:t>
            </a:r>
            <a:endParaRPr lang="en-IN" dirty="0"/>
          </a:p>
          <a:p>
            <a:r>
              <a:rPr lang="en-IN" dirty="0"/>
              <a:t>Application Configuration</a:t>
            </a:r>
            <a:endParaRPr lang="en-IN" dirty="0"/>
          </a:p>
          <a:p>
            <a:r>
              <a:rPr lang="en-IN" dirty="0"/>
              <a:t>Automated Deployment</a:t>
            </a:r>
            <a:endParaRPr lang="en-IN" dirty="0"/>
          </a:p>
          <a:p>
            <a:r>
              <a:rPr lang="en-IN" dirty="0"/>
              <a:t>Environment Management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5162" cy="1325563"/>
          </a:xfrm>
        </p:spPr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Popular DevOps Configuration Management Tools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5090"/>
            <a:ext cx="4391346" cy="2756649"/>
          </a:xfrm>
        </p:spPr>
        <p:txBody>
          <a:bodyPr/>
          <a:lstStyle/>
          <a:p>
            <a:r>
              <a:rPr lang="en-IN" sz="2800" dirty="0"/>
              <a:t>Ansible</a:t>
            </a:r>
            <a:endParaRPr lang="en-IN" sz="2800" dirty="0"/>
          </a:p>
          <a:p>
            <a:r>
              <a:rPr lang="en-IN" sz="2800" dirty="0"/>
              <a:t>Puppet</a:t>
            </a:r>
            <a:endParaRPr lang="en-IN" sz="2800" dirty="0"/>
          </a:p>
          <a:p>
            <a:r>
              <a:rPr lang="en-IN" sz="2800" dirty="0"/>
              <a:t>Chef</a:t>
            </a:r>
            <a:endParaRPr lang="en-IN" sz="2800" dirty="0"/>
          </a:p>
          <a:p>
            <a:r>
              <a:rPr lang="en-IN" sz="2800" dirty="0"/>
              <a:t>Salt Stack</a:t>
            </a:r>
            <a:endParaRPr lang="en-IN" sz="28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4755" y="2260315"/>
            <a:ext cx="5260369" cy="35651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Configuration Management as Code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9116"/>
            <a:ext cx="3832260" cy="2382624"/>
          </a:xfrm>
        </p:spPr>
        <p:txBody>
          <a:bodyPr/>
          <a:lstStyle/>
          <a:p>
            <a:r>
              <a:rPr lang="en-IN" dirty="0"/>
              <a:t>Pull Based - Chef , puppet</a:t>
            </a:r>
            <a:endParaRPr lang="en-IN" dirty="0"/>
          </a:p>
          <a:p>
            <a:r>
              <a:rPr lang="en-IN" dirty="0"/>
              <a:t>Push Based - Ansible, Salt Stack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966" y="2363058"/>
            <a:ext cx="6592584" cy="37911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Chef - Architecture or Process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74165" y="2331805"/>
            <a:ext cx="6521823" cy="3695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Ansible - Architecture or Process</a:t>
            </a:r>
            <a:endParaRPr lang="en-IN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6072" y="2229064"/>
            <a:ext cx="6976153" cy="39251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Use Cases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2375"/>
            <a:ext cx="4678680" cy="38893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r>
              <a:rPr lang="en-IN" sz="9600" dirty="0"/>
              <a:t>Push-Based Configuration</a:t>
            </a:r>
            <a:endParaRPr lang="en-IN" sz="9600" dirty="0"/>
          </a:p>
          <a:p>
            <a:pPr marL="1371600" lvl="2" indent="-457200">
              <a:buFont typeface="+mj-lt"/>
              <a:buAutoNum type="arabicPeriod"/>
            </a:pPr>
            <a:r>
              <a:rPr lang="en-IN" sz="7200" dirty="0"/>
              <a:t>Emergency Security Patches &amp; Critical Updates.</a:t>
            </a:r>
            <a:endParaRPr lang="en-IN" sz="7200" dirty="0"/>
          </a:p>
          <a:p>
            <a:pPr marL="1371600" lvl="2" indent="-457200">
              <a:buFont typeface="+mj-lt"/>
              <a:buAutoNum type="arabicPeriod"/>
            </a:pPr>
            <a:r>
              <a:rPr lang="en-IN" sz="7200" dirty="0"/>
              <a:t>Rapid Deployments in DevOps(CI/CD Pipelines).</a:t>
            </a:r>
            <a:endParaRPr lang="en-IN" sz="7200" dirty="0"/>
          </a:p>
          <a:p>
            <a:pPr marL="1371600" lvl="2" indent="-457200">
              <a:buFont typeface="+mj-lt"/>
              <a:buAutoNum type="arabicPeriod"/>
            </a:pPr>
            <a:r>
              <a:rPr lang="en-IN" sz="7200" dirty="0"/>
              <a:t>Managing Small-to-Medium Scale Infrastructure.</a:t>
            </a:r>
            <a:endParaRPr lang="en-IN" sz="7200" dirty="0"/>
          </a:p>
          <a:p>
            <a:pPr marL="1371600" lvl="2" indent="-457200">
              <a:buFont typeface="+mj-lt"/>
              <a:buAutoNum type="arabicPeriod"/>
            </a:pPr>
            <a:r>
              <a:rPr lang="en-IN" sz="7200" dirty="0"/>
              <a:t>One-Time or Ad-Hoc Configuration Changes.</a:t>
            </a:r>
            <a:endParaRPr lang="en-IN" sz="7200" dirty="0"/>
          </a:p>
          <a:p>
            <a:pPr marL="914400" lvl="2" indent="0">
              <a:buNone/>
            </a:pPr>
            <a:endParaRPr lang="en-IN" sz="3275" dirty="0"/>
          </a:p>
          <a:p>
            <a:pPr lvl="2"/>
            <a:endParaRPr lang="en-IN" sz="3275" dirty="0"/>
          </a:p>
          <a:p>
            <a:pPr marL="914400" lvl="2" indent="0">
              <a:buNone/>
            </a:pPr>
            <a:endParaRPr lang="en-IN" sz="3275" dirty="0"/>
          </a:p>
        </p:txBody>
      </p:sp>
      <p:sp>
        <p:nvSpPr>
          <p:cNvPr id="4" name="TextBox 3"/>
          <p:cNvSpPr txBox="1"/>
          <p:nvPr/>
        </p:nvSpPr>
        <p:spPr>
          <a:xfrm>
            <a:off x="6096000" y="2492375"/>
            <a:ext cx="4866005" cy="38895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Pull-based</a:t>
            </a:r>
            <a:r>
              <a:rPr lang="en-IN" sz="2400" dirty="0"/>
              <a:t> </a:t>
            </a: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Large-Scale Cloud Infrastructure(AWS, Azure, Google Cloud).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Continuous Compliance &amp; Security Policy Enforcement</a:t>
            </a:r>
            <a:endParaRPr lang="en-I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Auto-Scaling and Dynamic Infrastructure 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Managing Remote and Occasionally Connected Servers.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rmAutofit/>
          </a:bodyPr>
          <a:lstStyle/>
          <a:p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Conclusion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30876"/>
            <a:ext cx="10515600" cy="2024009"/>
          </a:xfrm>
        </p:spPr>
        <p:txBody>
          <a:bodyPr/>
          <a:lstStyle/>
          <a:p>
            <a:r>
              <a:rPr lang="en-US" dirty="0"/>
              <a:t>Configuration management is key to DevOps success</a:t>
            </a:r>
            <a:endParaRPr lang="en-US" dirty="0"/>
          </a:p>
          <a:p>
            <a:r>
              <a:rPr lang="en-US" dirty="0"/>
              <a:t>Choosing the right tool depends on infrastructure needs</a:t>
            </a:r>
            <a:endParaRPr lang="en-US" dirty="0"/>
          </a:p>
          <a:p>
            <a:r>
              <a:rPr lang="en-US" dirty="0"/>
              <a:t>Automation reduces time and improves efficiency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2211414"/>
            <a:ext cx="10515600" cy="1846879"/>
          </a:xfrm>
        </p:spPr>
        <p:txBody>
          <a:bodyPr>
            <a:noAutofit/>
          </a:bodyPr>
          <a:lstStyle/>
          <a:p>
            <a:r>
              <a:rPr lang="en-IN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You!!!</a:t>
            </a:r>
            <a:br>
              <a:rPr lang="en-IN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IN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Happy to have any questions??</a:t>
            </a:r>
            <a:endParaRPr lang="en-IN" sz="2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1897</Words>
  <Application>WPS Slides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Bookman Old Style</vt:lpstr>
      <vt:lpstr>Rockwell</vt:lpstr>
      <vt:lpstr>Microsoft YaHei</vt:lpstr>
      <vt:lpstr>Arial Unicode MS</vt:lpstr>
      <vt:lpstr>Calibri</vt:lpstr>
      <vt:lpstr>Damask</vt:lpstr>
      <vt:lpstr>DevOps  Configuration  Management  Tools </vt:lpstr>
      <vt:lpstr>Topics to BE COVERED HERE…</vt:lpstr>
      <vt:lpstr>Introduction to DevOps</vt:lpstr>
      <vt:lpstr>Infrastructure as Code Vs Configuration as Code</vt:lpstr>
      <vt:lpstr>What is Configuration Management?</vt:lpstr>
      <vt:lpstr>Importance of Configuration Management in DevOps</vt:lpstr>
      <vt:lpstr>Popular DevOps Configuration Management Tools</vt:lpstr>
      <vt:lpstr>Configuration Management as Code</vt:lpstr>
      <vt:lpstr>Chef - Architecture or Process</vt:lpstr>
      <vt:lpstr>Ansible - Architecture or Process</vt:lpstr>
      <vt:lpstr>Use Cases</vt:lpstr>
      <vt:lpstr>Conclusion</vt:lpstr>
      <vt:lpstr>Thank You!!! Happy to have any questions??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NATH</dc:creator>
  <cp:lastModifiedBy>Arpita Nath</cp:lastModifiedBy>
  <cp:revision>25</cp:revision>
  <dcterms:created xsi:type="dcterms:W3CDTF">2025-02-06T14:35:00Z</dcterms:created>
  <dcterms:modified xsi:type="dcterms:W3CDTF">2025-04-14T17:05:42Z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8F7BEFB89D5B4EBC8957D1A0D1213AB7_13</vt:lpwstr>
  </property>
  <property fmtid="{D5CDD505-2E9C-101B-9397-08002B2CF9AE}" pid="3" name="KSOProductBuildVer">
    <vt:lpwstr>1033-12.2.0.20782</vt:lpwstr>
  </property>
</Properties>
</file>